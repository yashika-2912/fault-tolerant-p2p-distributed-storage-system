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A365D"/>
                </a:solidFill>
              </a:defRPr>
            </a:pPr>
            <a:r>
              <a:t>FAULT TOLERANT P2P</a:t>
            </a:r>
            <a:br/>
            <a:r>
              <a:t>DISTRIBUTED STORAGE SYSTEM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34747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Student: [Student Name] • Roll: [Roll Number]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43434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519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Department/Institution: [Department] / [Institution]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521208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Guide: [Guide Name] • Academic year: [Academic Year]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Outline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Problem and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Verified architecture and workflows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Algorithms, security, and implementation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Testing evidence and experimental status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98348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Limitations and 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Distributed storage spreads data across networked nodes.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Replication can preserve access to another copy after a node loss.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This repository is a local educational prototype.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A failed storage node can hide a sole copy.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Replica placement and metadata are needed to find chunks.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Retrieval should detect missing or corrupted data.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Repair requires an available copy and destination.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Encrypt and split file contents into fixed chunks.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Store two replicas across active nodes.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Reconstruct data and validate stored chunks.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Detect stale nodes and attempt standby repair.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Existing systems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Centralized platforms can also use redundancy.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This project demonstrates mechanisms, not production availability.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A single coordinator and SQLite remain common failure points.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consensus, partition policy, or multi-coordinator 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Flask coordinator manages API workflows.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SQLite persists file/chunk/node/replica/audit metadata.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N1/N2 ACTIVE; N3 STANDBY.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TCP nodes store local encrypted chunk blobs.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Upload workflow</a:t>
            </a:r>
          </a:p>
        </p:txBody>
      </p:sp>
      <p:pic>
        <p:nvPicPr>
          <p:cNvPr id="4" name="Picture 3" descr="uploa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Retrieval workflow</a:t>
            </a:r>
          </a:p>
        </p:txBody>
      </p:sp>
      <p:pic>
        <p:nvPicPr>
          <p:cNvPr id="4" name="Picture 3" descr="downloa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Bytes → chunks → encryption → placement → TCP STORE.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Persist metadata only after successful replica ACKs.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Download reverses path and checks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Major modules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app.py/API; storage.py pipeline; db.py metadata.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crypto.py/chunking.py/merkle.py/audit.py.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placement.py/node_client.py/node_process.py.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heartbeat_monitor.py and recovery.py.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Algorithms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Placement: SHA-256 chunk ID prefix modulo sorted active count; next circular node.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Failure: heartbeat age exceeds 4 s after first heartbeat.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Integrity: encrypted chunk SHA-256, Merkle root, GCM authentication.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Audit chain links event hash to prior event.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Failure and repair</a:t>
            </a:r>
          </a:p>
        </p:txBody>
      </p:sp>
      <p:pic>
        <p:nvPicPr>
          <p:cNvPr id="4" name="Picture 3" descr="failure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Security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AES-256-GCM: random 12-byte nonce + ciphertext + 16-byte tag.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Static demo key; no external key management.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HTTP/TCP authentication or TLS.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Hash is integrity evidence, not confidentiality.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Implementation/tools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Python, Flask, SQLite, TCP sockets, PyCryptodome.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Requests client, pytest, Matplotlib.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Versions appear in environment_details.json.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Experimental setup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3 nodes, replication factor 2; chunks 1 MiB.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Heartbeat interval 1 s, threshold 4 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Loopback ports: 5000, 6100, 6001–6003.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Hardware model and memory not recorded.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Evaluation methods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Upload/download harness defaults: 4 KiB, 64 KiB, 1 MiB; 3 trials.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Failure harness: 16 KiB; terminate N1; track DOWN and N3 ACTIVE.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Throughput formula documented in methodology.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Experiments unexecuted; fixed ports require isolation.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Performance results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valid benchmark measurements are available.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CSV schema is present and contains no data rows.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performance chart is shown to avoid invented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Fault/integrity results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Prior audit: 11 unit tests passed.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Tests cover components; no end-to-end recovery run.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measured success rate or repair time is available.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Discussion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Implementation exists for placement, detection, repair, integrity.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Unit-test report does not establish runtime performance.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automatic reintegration after restart.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One-node recovery depends on surviving replica and standby.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Limitations/future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Single coordinator/database and loopback configuration.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No secure key management, TLS, auth, peer discovery, garbage collection.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Concurrent failures and partitions unverified.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Future: HA metadata, secure transport, multi-host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Encrypted two-replica chunk path and basic repair logic exist in code.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Prior unit tests reported passing.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Benchmarks and end-to-end recovery remain unmeasured.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Aptos Display"/>
              </a:defRPr>
            </a:pPr>
            <a:r>
              <a:t>References / Questions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50876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Flask; SQLite; Python sockets; PyCryptodome AES.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NIST FIPS 180-4 SHA-2.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24612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pytest and Matplotlib official documentation.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14800"/>
            <a:ext cx="137160" cy="137160"/>
          </a:xfrm>
          <a:prstGeom prst="ellipse">
            <a:avLst/>
          </a:prstGeom>
          <a:solidFill>
            <a:srgbClr val="009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9966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3142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C80"/>
                </a:solidFill>
              </a:defRPr>
            </a:pPr>
            <a:r>
              <a:t>Fault Tolerant P2P Distributed Storage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D9B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